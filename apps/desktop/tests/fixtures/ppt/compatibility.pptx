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数值比较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基准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实验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NOZELI_SPEAKER_NOTE_1：演讲者备注应保留。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NOZELI_SPEAKER_NOTE_2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NOZELI_SPEAKER_NOTE_3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ZELI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Nozeli 母版页脚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org/nozeli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NOZELI_PPTIST_TITLE 中文报告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跨平台本地编辑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第二条：公式仅为文字 E = mc²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2743200" cy="91440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可编辑形状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表格、图片和链接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4572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</a:rPr>
                        <a:t>项目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</a:rPr>
                        <a:t>数值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</a:rPr>
                        <a:t>中文样本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</a:rPr>
                        <a:t>42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</a:rPr>
                        <a:t>单位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</a:rPr>
                        <a:t>kg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554480"/>
            <a:ext cx="3657600" cy="2011680"/>
          </a:xfrm>
          <a:prstGeom prst="rect">
            <a:avLst/>
          </a:prstGeom>
        </p:spPr>
      </p:pic>
      <p:sp>
        <p:nvSpPr>
          <p:cNvPr id="5" name="Text 1">
            <a:hlinkClick r:id="rId3" tooltip=""/>
          </p:cNvPr>
          <p:cNvSpPr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sng" dirty="0">
                <a:solidFill>
                  <a:srgbClr val="000000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外部链接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图表样本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463040"/>
          <a:ext cx="9144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PPTist compatibility sample</dc:title>
  <dc:subject>Synthetic sample; no user documents</dc:subject>
  <dc:creator>Nozeli evaluation</dc:creator>
  <cp:lastModifiedBy>Nozeli evaluation</cp:lastModifiedBy>
  <cp:revision>1</cp:revision>
  <dcterms:created xsi:type="dcterms:W3CDTF">2026-10-07T04:56:08Z</dcterms:created>
  <dcterms:modified xsi:type="dcterms:W3CDTF">2026-10-07T04:56:08Z</dcterms:modified>
</cp:coreProperties>
</file>