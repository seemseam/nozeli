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1"/>
    <p:sldId id="257" r:id="rId2"/>
    <p:sldId id="258" r:id="rId3"/>
  </p:sldIdLst>
  <p:sldSz cx="12192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50000" y="1100000"/>
            <a:ext cx="10400000" cy="1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>
                <a:solidFill>
                  <a:srgbClr val="263932"/>
                </a:solidFill>
                <a:latin typeface="Arial"/>
              </a:rPr>
              <a:t>Urban Heat: Methods A and B</a:t>
            </a:r>
            <a:endParaRPr lang="en-US"/>
          </a:p>
        </p:txBody>
      </p:sp>
      <p:sp>
        <p:nvSpPr>
          <p:cNvPr id="3" name="Body"/>
          <p:cNvSpPr txBox="1"/>
          <p:nvPr/>
        </p:nvSpPr>
        <p:spPr>
          <a:xfrm>
            <a:off x="850000" y="2700000"/>
            <a:ext cx="10400000" cy="2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263932"/>
                </a:solidFill>
                <a:latin typeface="Arial"/>
              </a:rPr>
              <a:t>Teaching example with fictional measurements.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50000" y="1100000"/>
            <a:ext cx="10400000" cy="1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>
                <a:solidFill>
                  <a:srgbClr val="263932"/>
                </a:solidFill>
                <a:latin typeface="Arial"/>
              </a:rPr>
              <a:t>Compare the sampling conditions</a:t>
            </a:r>
            <a:endParaRPr lang="en-US"/>
          </a:p>
        </p:txBody>
      </p:sp>
      <p:sp>
        <p:nvSpPr>
          <p:cNvPr id="3" name="Body"/>
          <p:cNvSpPr txBox="1"/>
          <p:nvPr/>
        </p:nvSpPr>
        <p:spPr>
          <a:xfrm>
            <a:off x="850000" y="2700000"/>
            <a:ext cx="10400000" cy="2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263932"/>
                </a:solidFill>
                <a:latin typeface="Arial"/>
              </a:rPr>
              <a:t>A: fixed stations. B: moving route.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50000" y="1100000"/>
            <a:ext cx="10400000" cy="1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>
                <a:solidFill>
                  <a:srgbClr val="263932"/>
                </a:solidFill>
                <a:latin typeface="Arial"/>
              </a:rPr>
              <a:t>Read, record, discuss, review</a:t>
            </a:r>
            <a:endParaRPr lang="en-US"/>
          </a:p>
        </p:txBody>
      </p:sp>
      <p:sp>
        <p:nvSpPr>
          <p:cNvPr id="3" name="Body"/>
          <p:cNvSpPr txBox="1"/>
          <p:nvPr/>
        </p:nvSpPr>
        <p:spPr>
          <a:xfrm>
            <a:off x="850000" y="2700000"/>
            <a:ext cx="10400000" cy="2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263932"/>
                </a:solidFill>
                <a:latin typeface="Arial"/>
              </a:rPr>
              <a:t>A local note is not an AI task.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zeli demo">
  <a:themeElements>
    <a:clrScheme name="Nozeli">
      <a:dk1>
        <a:srgbClr val="263932"/>
      </a:dk1>
      <a:lt1>
        <a:srgbClr val="FFFFFF"/>
      </a:lt1>
      <a:dk2>
        <a:srgbClr val="456654"/>
      </a:dk2>
      <a:lt2>
        <a:srgbClr val="F7F9F4"/>
      </a:lt2>
      <a:accent1>
        <a:srgbClr val="456654"/>
      </a:accent1>
      <a:accent2>
        <a:srgbClr val="4F6F97"/>
      </a:accent2>
      <a:accent3>
        <a:srgbClr val="AC7853"/>
      </a:accent3>
      <a:accent4>
        <a:srgbClr val="8B709B"/>
      </a:accent4>
      <a:accent5>
        <a:srgbClr val="6B9680"/>
      </a:accent5>
      <a:accent6>
        <a:srgbClr val="A6B789"/>
      </a:accent6>
      <a:hlink>
        <a:srgbClr val="456654"/>
      </a:hlink>
      <a:folHlink>
        <a:srgbClr val="4F6F97"/>
      </a:folHlink>
    </a:clrScheme>
    <a:fontScheme name="Nozel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Nozel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